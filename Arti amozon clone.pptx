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9" r:id="rId2"/>
    <p:sldId id="257" r:id="rId3"/>
    <p:sldId id="260" r:id="rId4"/>
    <p:sldId id="261" r:id="rId5"/>
    <p:sldId id="263" r:id="rId6"/>
    <p:sldId id="264" r:id="rId7"/>
    <p:sldId id="262" r:id="rId8"/>
    <p:sldId id="265" r:id="rId9"/>
    <p:sldId id="266" r:id="rId10"/>
    <p:sldId id="267" r:id="rId11"/>
    <p:sldId id="268" r:id="rId12"/>
    <p:sldId id="273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62" autoAdjust="0"/>
    <p:restoredTop sz="94660"/>
  </p:normalViewPr>
  <p:slideViewPr>
    <p:cSldViewPr>
      <p:cViewPr>
        <p:scale>
          <a:sx n="100" d="100"/>
          <a:sy n="100" d="100"/>
        </p:scale>
        <p:origin x="-1104" y="5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216A-DECD-4973-A0DA-C64C21F4C34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5DAEA-5CA0-489E-A92C-70C54C01DB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0491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6377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DAEA-5CA0-489E-A92C-70C54C01DBD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404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557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3371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419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256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7518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9184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5259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208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982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854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7964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95D74-21FE-4159-B182-E846C9A6185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7C100-4E3B-4974-A39A-E6DCC71352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968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6.jpe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35743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77000" y="426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4282" y="1214422"/>
            <a:ext cx="59293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chemeClr val="tx2">
                    <a:lumMod val="50000"/>
                  </a:schemeClr>
                </a:solidFill>
              </a:rPr>
              <a:t>Amazon</a:t>
            </a:r>
            <a:r>
              <a:rPr lang="en-US" sz="6600" b="1" dirty="0" smtClean="0">
                <a:solidFill>
                  <a:schemeClr val="accent6"/>
                </a:solidFill>
              </a:rPr>
              <a:t> </a:t>
            </a:r>
            <a:r>
              <a:rPr lang="en-US" sz="6600" b="1" dirty="0" smtClean="0">
                <a:solidFill>
                  <a:schemeClr val="accent6">
                    <a:lumMod val="75000"/>
                  </a:schemeClr>
                </a:solidFill>
              </a:rPr>
              <a:t>.clone</a:t>
            </a:r>
            <a:endParaRPr 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V="1">
            <a:off x="357158" y="2837255"/>
            <a:ext cx="1100138" cy="91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14282" y="2214554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50000"/>
                  </a:schemeClr>
                </a:solidFill>
              </a:rPr>
              <a:t>Shop Smart. Shop Everything.</a:t>
            </a:r>
            <a:endParaRPr lang="en-US" sz="3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720" y="3214686"/>
            <a:ext cx="407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Simple &amp; User-Friendly 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5720" y="3643314"/>
            <a:ext cx="3643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E-Commerce  Website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7" name="Picture 26" descr="WhatsApp Image 2026-09-22 at 9.20.44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786" y="1268760"/>
            <a:ext cx="3643370" cy="37147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192319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overning Body – Vidyavati Mukand Lal Girls College Ghaziabad (U.P)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8604"/>
            <a:ext cx="1514475" cy="1381126"/>
          </a:xfrm>
          <a:prstGeom prst="rect">
            <a:avLst/>
          </a:prstGeom>
          <a:noFill/>
        </p:spPr>
      </p:pic>
      <p:pic>
        <p:nvPicPr>
          <p:cNvPr id="1032" name="Picture 8" descr="Alumni Registration – Vidyavati Mukand Lal Girls College Ghaziabad (U.P)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642918"/>
            <a:ext cx="4000528" cy="1000132"/>
          </a:xfrm>
          <a:prstGeom prst="rect">
            <a:avLst/>
          </a:prstGeom>
          <a:noFill/>
        </p:spPr>
      </p:pic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     VIDYAWATI  MUKAND LAL GIRLS COLLEGE, GHAZIABAD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357554" y="2428868"/>
            <a:ext cx="428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Presentation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 ON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357422" y="3143248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               </a:t>
            </a:r>
            <a:r>
              <a:rPr lang="en-US" sz="2400" b="1" dirty="0" smtClean="0"/>
              <a:t>AMAZON CLONE     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378619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                      </a:t>
            </a:r>
            <a:r>
              <a:rPr lang="en-US" sz="2400" b="1" dirty="0" smtClean="0"/>
              <a:t>BACHELOR OF COMPUTER APPLICATION 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1472" y="4143380"/>
            <a:ext cx="807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( </a:t>
            </a:r>
            <a:r>
              <a:rPr lang="en-US" b="1" dirty="0" smtClean="0"/>
              <a:t>III</a:t>
            </a:r>
            <a:r>
              <a:rPr lang="en-US" b="1" baseline="30000" dirty="0" smtClean="0"/>
              <a:t>rd </a:t>
            </a:r>
            <a:r>
              <a:rPr lang="en-US" b="1" dirty="0" smtClean="0"/>
              <a:t>YEAR 5</a:t>
            </a:r>
            <a:r>
              <a:rPr lang="en-US" b="1" baseline="30000" dirty="0" smtClean="0"/>
              <a:t>th</a:t>
            </a:r>
            <a:r>
              <a:rPr lang="en-US" b="1" dirty="0" smtClean="0"/>
              <a:t> SEMESTER ,  2026-2027)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00100" y="5000636"/>
            <a:ext cx="3429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Submitted by:</a:t>
            </a:r>
          </a:p>
          <a:p>
            <a:r>
              <a:rPr lang="en-US" dirty="0" smtClean="0"/>
              <a:t>Arti </a:t>
            </a:r>
          </a:p>
          <a:p>
            <a:r>
              <a:rPr lang="en-US" dirty="0" smtClean="0"/>
              <a:t>Manya Rana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572264" y="5072074"/>
            <a:ext cx="23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Submitted to:</a:t>
            </a:r>
          </a:p>
          <a:p>
            <a:r>
              <a:rPr lang="en-US" dirty="0" smtClean="0"/>
              <a:t>Mrs. Neeru Jain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248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773351" y="2285992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04800" y="648282"/>
            <a:ext cx="7000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30145" y="1928802"/>
            <a:ext cx="5500726" cy="3357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897" y="1500174"/>
            <a:ext cx="1357322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66" name="AutoShape 2" descr="blob:https://web.whatsapp.com/f802a50c-86b5-44b7-85f5-963878c2078e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blob:https://web.whatsapp.com/f802a50c-86b5-44b7-85f5-963878c2078e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0" name="AutoShape 6" descr="blob:https://web.whatsapp.com/f802a50c-86b5-44b7-85f5-963878c2078e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2" name="AutoShape 8" descr="blob:https://web.whatsapp.com/f802a50c-86b5-44b7-85f5-963878c2078e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4" name="AutoShape 10" descr="blob:https://web.whatsapp.com/f802a50c-86b5-44b7-85f5-963878c2078e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6" name="AutoShape 12" descr="blob:https://web.whatsapp.com/f802a50c-86b5-44b7-85f5-963878c2078e"/>
          <p:cNvSpPr>
            <a:spLocks noChangeAspect="1" noChangeArrowheads="1"/>
          </p:cNvSpPr>
          <p:nvPr/>
        </p:nvSpPr>
        <p:spPr bwMode="auto">
          <a:xfrm>
            <a:off x="0" y="-57309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WhatsApp Image 2026-09-23 at 2.31.35 PM.jpeg"/>
          <p:cNvPicPr>
            <a:picLocks noChangeAspect="1"/>
          </p:cNvPicPr>
          <p:nvPr/>
        </p:nvPicPr>
        <p:blipFill>
          <a:blip r:embed="rId4"/>
          <a:srcRect l="69531" t="20833" b="23611"/>
          <a:stretch>
            <a:fillRect/>
          </a:stretch>
        </p:blipFill>
        <p:spPr>
          <a:xfrm>
            <a:off x="5929322" y="2214554"/>
            <a:ext cx="3000396" cy="307183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Rectangle 2"/>
          <p:cNvSpPr/>
          <p:nvPr/>
        </p:nvSpPr>
        <p:spPr>
          <a:xfrm>
            <a:off x="487350" y="2192374"/>
            <a:ext cx="480472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 smtClean="0"/>
              <a:t>The Amazon Clone is an e-commerce websites that provides an online shopping experience similar to Amazon. It is developed using HTML,CSS, and  JavaScript to create a simple responsive, and  User-friendly interface. This project  helps in understanding the basics of web development and e-commerce </a:t>
            </a:r>
            <a:r>
              <a:rPr lang="en-US" sz="2100" dirty="0" err="1" smtClean="0"/>
              <a:t>apllication</a:t>
            </a:r>
            <a:r>
              <a:rPr lang="en-US" sz="2100" dirty="0" smtClean="0"/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xmlns="" val="110248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642966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642966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642966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7158" y="430167"/>
            <a:ext cx="6786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214346" y="1573175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216117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787489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0454" y="1877975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1358861"/>
            <a:ext cx="1357322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ounded Rectangle 11"/>
          <p:cNvSpPr/>
          <p:nvPr/>
        </p:nvSpPr>
        <p:spPr>
          <a:xfrm>
            <a:off x="142845" y="2216117"/>
            <a:ext cx="3143271" cy="1500198"/>
          </a:xfrm>
          <a:custGeom>
            <a:avLst/>
            <a:gdLst>
              <a:gd name="connsiteX0" fmla="*/ 0 w 3709293"/>
              <a:gd name="connsiteY0" fmla="*/ 250038 h 1500198"/>
              <a:gd name="connsiteX1" fmla="*/ 250038 w 3709293"/>
              <a:gd name="connsiteY1" fmla="*/ 0 h 1500198"/>
              <a:gd name="connsiteX2" fmla="*/ 3459255 w 3709293"/>
              <a:gd name="connsiteY2" fmla="*/ 0 h 1500198"/>
              <a:gd name="connsiteX3" fmla="*/ 3709293 w 3709293"/>
              <a:gd name="connsiteY3" fmla="*/ 250038 h 1500198"/>
              <a:gd name="connsiteX4" fmla="*/ 3709293 w 3709293"/>
              <a:gd name="connsiteY4" fmla="*/ 1250160 h 1500198"/>
              <a:gd name="connsiteX5" fmla="*/ 3459255 w 3709293"/>
              <a:gd name="connsiteY5" fmla="*/ 1500198 h 1500198"/>
              <a:gd name="connsiteX6" fmla="*/ 250038 w 3709293"/>
              <a:gd name="connsiteY6" fmla="*/ 1500198 h 1500198"/>
              <a:gd name="connsiteX7" fmla="*/ 0 w 3709293"/>
              <a:gd name="connsiteY7" fmla="*/ 1250160 h 1500198"/>
              <a:gd name="connsiteX8" fmla="*/ 0 w 3709293"/>
              <a:gd name="connsiteY8" fmla="*/ 250038 h 1500198"/>
              <a:gd name="connsiteX0" fmla="*/ 0 w 3709293"/>
              <a:gd name="connsiteY0" fmla="*/ 250038 h 1500198"/>
              <a:gd name="connsiteX1" fmla="*/ 250038 w 3709293"/>
              <a:gd name="connsiteY1" fmla="*/ 0 h 1500198"/>
              <a:gd name="connsiteX2" fmla="*/ 3418311 w 3709293"/>
              <a:gd name="connsiteY2" fmla="*/ 13648 h 1500198"/>
              <a:gd name="connsiteX3" fmla="*/ 3709293 w 3709293"/>
              <a:gd name="connsiteY3" fmla="*/ 250038 h 1500198"/>
              <a:gd name="connsiteX4" fmla="*/ 3709293 w 3709293"/>
              <a:gd name="connsiteY4" fmla="*/ 1250160 h 1500198"/>
              <a:gd name="connsiteX5" fmla="*/ 3459255 w 3709293"/>
              <a:gd name="connsiteY5" fmla="*/ 1500198 h 1500198"/>
              <a:gd name="connsiteX6" fmla="*/ 250038 w 3709293"/>
              <a:gd name="connsiteY6" fmla="*/ 1500198 h 1500198"/>
              <a:gd name="connsiteX7" fmla="*/ 0 w 3709293"/>
              <a:gd name="connsiteY7" fmla="*/ 1250160 h 1500198"/>
              <a:gd name="connsiteX8" fmla="*/ 0 w 3709293"/>
              <a:gd name="connsiteY8" fmla="*/ 250038 h 150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9293" h="1500198">
                <a:moveTo>
                  <a:pt x="0" y="250038"/>
                </a:moveTo>
                <a:cubicBezTo>
                  <a:pt x="0" y="111946"/>
                  <a:pt x="111946" y="0"/>
                  <a:pt x="250038" y="0"/>
                </a:cubicBezTo>
                <a:lnTo>
                  <a:pt x="3418311" y="13648"/>
                </a:lnTo>
                <a:cubicBezTo>
                  <a:pt x="3556403" y="13648"/>
                  <a:pt x="3709293" y="111946"/>
                  <a:pt x="3709293" y="250038"/>
                </a:cubicBezTo>
                <a:lnTo>
                  <a:pt x="3709293" y="1250160"/>
                </a:lnTo>
                <a:cubicBezTo>
                  <a:pt x="3709293" y="1388252"/>
                  <a:pt x="3597347" y="1500198"/>
                  <a:pt x="3459255" y="1500198"/>
                </a:cubicBezTo>
                <a:lnTo>
                  <a:pt x="250038" y="1500198"/>
                </a:lnTo>
                <a:cubicBezTo>
                  <a:pt x="111946" y="1500198"/>
                  <a:pt x="0" y="1388252"/>
                  <a:pt x="0" y="1250160"/>
                </a:cubicBezTo>
                <a:lnTo>
                  <a:pt x="0" y="250038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428993" y="2210417"/>
            <a:ext cx="3071833" cy="15001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63458" y="3930629"/>
            <a:ext cx="3071834" cy="15001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428992" y="3930629"/>
            <a:ext cx="3071834" cy="15001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utoShape 2" descr="blob:https://web.whatsapp.com/1c1512fd-e39f-4337-accb-9a5bdb6fd7fa"/>
          <p:cNvSpPr>
            <a:spLocks noChangeAspect="1" noChangeArrowheads="1"/>
          </p:cNvSpPr>
          <p:nvPr/>
        </p:nvSpPr>
        <p:spPr bwMode="auto">
          <a:xfrm>
            <a:off x="307975" y="-4905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blob:https://web.whatsapp.com/1c1512fd-e39f-4337-accb-9a5bdb6fd7fa"/>
          <p:cNvSpPr>
            <a:spLocks noChangeAspect="1" noChangeArrowheads="1"/>
          </p:cNvSpPr>
          <p:nvPr/>
        </p:nvSpPr>
        <p:spPr bwMode="auto">
          <a:xfrm>
            <a:off x="460375" y="-3381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blob:https://web.whatsapp.com/1c1512fd-e39f-4337-accb-9a5bdb6fd7fa"/>
          <p:cNvSpPr>
            <a:spLocks noChangeAspect="1" noChangeArrowheads="1"/>
          </p:cNvSpPr>
          <p:nvPr/>
        </p:nvSpPr>
        <p:spPr bwMode="auto">
          <a:xfrm>
            <a:off x="612775" y="-1857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blob:https://web.whatsapp.com/1c1512fd-e39f-4337-accb-9a5bdb6fd7fa"/>
          <p:cNvSpPr>
            <a:spLocks noChangeAspect="1" noChangeArrowheads="1"/>
          </p:cNvSpPr>
          <p:nvPr/>
        </p:nvSpPr>
        <p:spPr bwMode="auto">
          <a:xfrm>
            <a:off x="765175" y="-333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blob:https://web.whatsapp.com/1c1512fd-e39f-4337-accb-9a5bdb6fd7fa"/>
          <p:cNvSpPr>
            <a:spLocks noChangeAspect="1" noChangeArrowheads="1"/>
          </p:cNvSpPr>
          <p:nvPr/>
        </p:nvSpPr>
        <p:spPr bwMode="auto">
          <a:xfrm>
            <a:off x="917575" y="11903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blob:https://web.whatsapp.com/1c1512fd-e39f-4337-accb-9a5bdb6fd7fa"/>
          <p:cNvSpPr>
            <a:spLocks noChangeAspect="1" noChangeArrowheads="1"/>
          </p:cNvSpPr>
          <p:nvPr/>
        </p:nvSpPr>
        <p:spPr bwMode="auto">
          <a:xfrm>
            <a:off x="1069975" y="27143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" name="Picture 26" descr="WhatsApp Image 2026-09-23 at 2.47.23 PM.jpeg"/>
          <p:cNvPicPr>
            <a:picLocks noChangeAspect="1"/>
          </p:cNvPicPr>
          <p:nvPr/>
        </p:nvPicPr>
        <p:blipFill>
          <a:blip r:embed="rId5"/>
          <a:srcRect l="67969" t="19380" b="23864"/>
          <a:stretch>
            <a:fillRect/>
          </a:stretch>
        </p:blipFill>
        <p:spPr>
          <a:xfrm>
            <a:off x="6643702" y="2430431"/>
            <a:ext cx="2500298" cy="257176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3429" y="2348650"/>
            <a:ext cx="4286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65175" y="2339640"/>
            <a:ext cx="2163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Simple E-Commerce</a:t>
            </a:r>
          </a:p>
          <a:p>
            <a:r>
              <a:rPr lang="en-US" b="1" dirty="0" smtClean="0"/>
              <a:t>Website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282" y="2960516"/>
            <a:ext cx="30936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To develop a simple and user-friendly </a:t>
            </a:r>
            <a:endParaRPr lang="en-US" sz="1400" dirty="0" smtClean="0"/>
          </a:p>
          <a:p>
            <a:r>
              <a:rPr lang="en-US" sz="1400" dirty="0" smtClean="0"/>
              <a:t>E-commerce </a:t>
            </a:r>
            <a:r>
              <a:rPr lang="en-US" sz="1400" dirty="0"/>
              <a:t>website similar to Amazon.</a:t>
            </a: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71868" y="2348880"/>
            <a:ext cx="447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4099499" y="2371304"/>
            <a:ext cx="232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Product Browsing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600462" y="2960248"/>
            <a:ext cx="2800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To allow users to browse products and view product details  easily</a:t>
            </a:r>
            <a:endParaRPr lang="en-US" sz="1400" dirty="0"/>
          </a:p>
        </p:txBody>
      </p:sp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5526" y="4115717"/>
            <a:ext cx="4000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868627" y="4115717"/>
            <a:ext cx="2366665" cy="369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Shopping Cart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42845" y="4632867"/>
            <a:ext cx="376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To implement shopping  cart funtionally </a:t>
            </a:r>
          </a:p>
          <a:p>
            <a:r>
              <a:rPr lang="en-US" sz="1400" dirty="0" smtClean="0"/>
              <a:t>for adding and managing products.</a:t>
            </a:r>
            <a:endParaRPr lang="en-US" sz="1400" dirty="0"/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3293" y="4069392"/>
            <a:ext cx="476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4099497" y="4079434"/>
            <a:ext cx="220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Web Development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571021" y="4632867"/>
            <a:ext cx="2800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To understand and apply HTML,CSS and JavaScript in Web development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10248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9461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9461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9461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8596" y="97852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121530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64472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115616" y="1659865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9976" y="2554615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8596" y="886189"/>
            <a:ext cx="6238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ADVANTAGES</a:t>
            </a:r>
            <a:r>
              <a:rPr lang="en-US" sz="5400" b="1" dirty="0" smtClean="0"/>
              <a:t> </a:t>
            </a:r>
            <a:endParaRPr lang="en-US" sz="5400" b="1" dirty="0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907216"/>
            <a:ext cx="1357322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ounded Rectangle 3"/>
          <p:cNvSpPr/>
          <p:nvPr/>
        </p:nvSpPr>
        <p:spPr>
          <a:xfrm>
            <a:off x="142845" y="2529045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313652" y="2554615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142844" y="4286256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3286116" y="4286256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WhatsApp Image 2026-09-23 at 2.29.31 PM.jpeg"/>
          <p:cNvPicPr>
            <a:picLocks noChangeAspect="1"/>
          </p:cNvPicPr>
          <p:nvPr/>
        </p:nvPicPr>
        <p:blipFill>
          <a:blip r:embed="rId4"/>
          <a:srcRect l="71875" t="22315" r="781" b="26467"/>
          <a:stretch>
            <a:fillRect/>
          </a:stretch>
        </p:blipFill>
        <p:spPr>
          <a:xfrm>
            <a:off x="6429388" y="2786058"/>
            <a:ext cx="2571768" cy="278608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456" y="2682235"/>
            <a:ext cx="4286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6548" y="2699537"/>
            <a:ext cx="239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Easy Online Shopping 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60375" y="3294260"/>
            <a:ext cx="271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Shop online from anywhere, anytime.</a:t>
            </a:r>
            <a:endParaRPr lang="en-US" sz="1400" dirty="0"/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644134"/>
            <a:ext cx="447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90279" y="2715741"/>
            <a:ext cx="249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User-friendly Interface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447407" y="3237634"/>
            <a:ext cx="2795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Simple and easy -to-use website interface for a smooth experiences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456" y="4406627"/>
            <a:ext cx="4000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36548" y="4427820"/>
            <a:ext cx="219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Fast </a:t>
            </a:r>
            <a:r>
              <a:rPr lang="en-US" b="1" dirty="0"/>
              <a:t>P</a:t>
            </a:r>
            <a:r>
              <a:rPr lang="en-US" b="1" dirty="0" smtClean="0"/>
              <a:t>roduct Search 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73455" y="5053928"/>
            <a:ext cx="2798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Quickly search for the required products with filters and categories.</a:t>
            </a:r>
            <a:endParaRPr lang="en-US" sz="1400" dirty="0"/>
          </a:p>
        </p:txBody>
      </p:sp>
      <p:pic>
        <p:nvPicPr>
          <p:cNvPr id="3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1297" y="4406627"/>
            <a:ext cx="476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874741" y="4437112"/>
            <a:ext cx="236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Easy </a:t>
            </a:r>
            <a:r>
              <a:rPr lang="en-US" b="1" dirty="0"/>
              <a:t>O</a:t>
            </a:r>
            <a:r>
              <a:rPr lang="en-US" b="1" dirty="0" smtClean="0"/>
              <a:t>rder Placement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419872" y="5053928"/>
            <a:ext cx="296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Add products to the cart and place easily with a few clicks.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10248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57158" y="836712"/>
            <a:ext cx="5222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CORE MODULES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884873"/>
            <a:ext cx="1357322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ounded Rectangle 18"/>
          <p:cNvSpPr/>
          <p:nvPr/>
        </p:nvSpPr>
        <p:spPr>
          <a:xfrm>
            <a:off x="142844" y="2500306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42844" y="4214818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286116" y="2486824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286116" y="4214818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WhatsApp Image 2026-09-23 at 2.33.19 PM.jpeg"/>
          <p:cNvPicPr>
            <a:picLocks noChangeAspect="1"/>
          </p:cNvPicPr>
          <p:nvPr/>
        </p:nvPicPr>
        <p:blipFill>
          <a:blip r:embed="rId4"/>
          <a:srcRect l="47656" t="8471" r="2343" b="2934"/>
          <a:stretch>
            <a:fillRect/>
          </a:stretch>
        </p:blipFill>
        <p:spPr>
          <a:xfrm>
            <a:off x="6286512" y="2643182"/>
            <a:ext cx="2786050" cy="292895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456" y="2682235"/>
            <a:ext cx="4286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02081" y="264318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User Modules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3267978"/>
            <a:ext cx="255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Handles user registration and login.</a:t>
            </a:r>
            <a:endParaRPr lang="en-US" sz="1400" dirty="0"/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644134"/>
            <a:ext cx="447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67547" y="2644134"/>
            <a:ext cx="2216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Product Module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487153" y="3275714"/>
            <a:ext cx="2580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Allow users to view and search products.</a:t>
            </a:r>
            <a:endParaRPr lang="en-US" sz="1400" dirty="0"/>
          </a:p>
        </p:txBody>
      </p:sp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456" y="4406627"/>
            <a:ext cx="4000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72817" y="4400742"/>
            <a:ext cx="239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Shopping Cart Module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73456" y="4982490"/>
            <a:ext cx="3012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Allow users to add remove products from the  cart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1297" y="4306435"/>
            <a:ext cx="476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923928" y="4345606"/>
            <a:ext cx="2144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Order Module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487153" y="4982490"/>
            <a:ext cx="2380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Helps users and manages orders.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10248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232945" y="-357214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232945" y="-357214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232945" y="-357214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363222" y="1930365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06296" y="2501869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28596" y="695969"/>
            <a:ext cx="5084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SCOPE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1666517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ounded Rectangle 17"/>
          <p:cNvSpPr/>
          <p:nvPr/>
        </p:nvSpPr>
        <p:spPr>
          <a:xfrm>
            <a:off x="142844" y="2464226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42844" y="4143591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214678" y="4143591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3214678" y="2464226"/>
            <a:ext cx="2928957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WhatsApp Image 2026-09-23 at 2.34.29 PM.jpeg"/>
          <p:cNvPicPr>
            <a:picLocks noChangeAspect="1"/>
          </p:cNvPicPr>
          <p:nvPr/>
        </p:nvPicPr>
        <p:blipFill>
          <a:blip r:embed="rId5"/>
          <a:srcRect l="57031" t="15714" r="2343" b="8571"/>
          <a:stretch>
            <a:fillRect/>
          </a:stretch>
        </p:blipFill>
        <p:spPr>
          <a:xfrm>
            <a:off x="6286512" y="2607102"/>
            <a:ext cx="2714644" cy="292895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456" y="2682235"/>
            <a:ext cx="4286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7584" y="2682235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Online Shopping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8261" y="3231898"/>
            <a:ext cx="3155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Provides online platform for browsing and shopping products.</a:t>
            </a:r>
            <a:endParaRPr lang="en-US" sz="1400" dirty="0"/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644134"/>
            <a:ext cx="447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42077" y="2644134"/>
            <a:ext cx="1856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Product Search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53798" y="3218369"/>
            <a:ext cx="3071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Allows users to search for required products easily.</a:t>
            </a:r>
            <a:endParaRPr lang="en-US" sz="1400" dirty="0"/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456" y="4365104"/>
            <a:ext cx="4000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25601" y="4341888"/>
            <a:ext cx="23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Shopping Cart 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32945" y="4911263"/>
            <a:ext cx="2682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Allows user to add and manage products in the cart.</a:t>
            </a:r>
            <a:endParaRPr lang="en-US" sz="1400" dirty="0"/>
          </a:p>
        </p:txBody>
      </p:sp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1297" y="4306435"/>
            <a:ext cx="476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867547" y="4299138"/>
            <a:ext cx="2216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Future Development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457418" y="4797396"/>
            <a:ext cx="25863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project can be enhanced with additional features in the future.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10248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1818116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14348" y="764704"/>
            <a:ext cx="7072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TECHNICAL DETAILS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2910" y="2322283"/>
            <a:ext cx="3870035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786314" y="4065483"/>
            <a:ext cx="3870035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26250" y="4071942"/>
            <a:ext cx="3870035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801711" y="2293274"/>
            <a:ext cx="3870035" cy="15353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8999" y="2469257"/>
            <a:ext cx="4286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87624" y="2472322"/>
            <a:ext cx="292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Hardware Requirements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10460" y="3053174"/>
            <a:ext cx="313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Intel Core i3 or above;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4 GB RAM</a:t>
            </a:r>
            <a:endParaRPr lang="en-US" sz="1400" dirty="0"/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19504" y="2469257"/>
            <a:ext cx="447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401421" y="2533343"/>
            <a:ext cx="302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Software  Requirements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143341" y="2945452"/>
            <a:ext cx="30963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Windows 7 or above;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Visual Studio Code;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Live Server</a:t>
            </a:r>
            <a:endParaRPr lang="en-US" sz="1400" dirty="0"/>
          </a:p>
        </p:txBody>
      </p:sp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0946" y="4118595"/>
            <a:ext cx="4000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16425" y="4065483"/>
            <a:ext cx="292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Technologies Used 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2910" y="4376181"/>
            <a:ext cx="40010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HTML</a:t>
            </a:r>
            <a:r>
              <a:rPr lang="en-US" dirty="0" smtClean="0"/>
              <a:t>: </a:t>
            </a:r>
            <a:r>
              <a:rPr lang="en-US" sz="1400" dirty="0" smtClean="0"/>
              <a:t>Creates the structure and pages of the website.</a:t>
            </a:r>
          </a:p>
          <a:p>
            <a:r>
              <a:rPr lang="en-US" sz="1400" b="1" dirty="0" smtClean="0"/>
              <a:t>CSS</a:t>
            </a:r>
            <a:r>
              <a:rPr lang="en-US" sz="1400" dirty="0" smtClean="0"/>
              <a:t>: Provides styling layout  and responsive design.</a:t>
            </a:r>
          </a:p>
          <a:p>
            <a:r>
              <a:rPr lang="en-US" sz="1400" b="1" dirty="0" smtClean="0"/>
              <a:t>JavaScript</a:t>
            </a:r>
            <a:r>
              <a:rPr lang="en-US" sz="1400" dirty="0" smtClean="0"/>
              <a:t>: Adds interactivity and dynamic functions such as cart and search .</a:t>
            </a:r>
            <a:endParaRPr lang="en-US" sz="1400" dirty="0"/>
          </a:p>
        </p:txBody>
      </p:sp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48255" y="4152343"/>
            <a:ext cx="476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524505" y="4181279"/>
            <a:ext cx="289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Features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048255" y="4725144"/>
            <a:ext cx="3484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Add products to cart search products view product details.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85630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357298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42910" y="500042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Home page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14480" y="5786454"/>
            <a:ext cx="5286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 simple and user-friendly shopping homepage with </a:t>
            </a:r>
          </a:p>
          <a:p>
            <a:r>
              <a:rPr lang="en-US" dirty="0" smtClean="0"/>
              <a:t>                 product discovery and navigation.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1714488"/>
            <a:ext cx="8501122" cy="3779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335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428736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42910" y="500042"/>
            <a:ext cx="6840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LOGIN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0100" y="5929330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A simple login interface that allows users to sign in to the</a:t>
            </a:r>
          </a:p>
          <a:p>
            <a:r>
              <a:rPr lang="en-US" dirty="0" smtClean="0"/>
              <a:t>                                                          website.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14546" y="1142984"/>
            <a:ext cx="464347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335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1285860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28596" y="500042"/>
            <a:ext cx="842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SIGN UP/CREATE ACCOUNT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910" y="5857892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A simple registration interface for creating a new user account.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28794" y="1357298"/>
            <a:ext cx="4786346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335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142984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28596" y="500042"/>
            <a:ext cx="8072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PRODUCT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910" y="5857892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 product browsing page that allow users to search, filter and explore products. </a:t>
            </a:r>
            <a:endParaRPr lang="en-US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1643050"/>
            <a:ext cx="7786742" cy="382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335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1142976" y="4357694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A product detail ct details page that provides complete information about a selected product.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0100" y="1571612"/>
            <a:ext cx="7358114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5357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PRODUCT DETAIL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5852" y="6021288"/>
            <a:ext cx="671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 product details page that provides complete information about a         </a:t>
            </a:r>
          </a:p>
          <a:p>
            <a:r>
              <a:rPr lang="en-IN" dirty="0"/>
              <a:t> </a:t>
            </a:r>
            <a:r>
              <a:rPr lang="en-IN" dirty="0" smtClean="0"/>
              <a:t>                                      selected product .                                                                                                                       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35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928926" y="2714620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5357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WISHLIST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4"/>
            <a:ext cx="8740718" cy="4003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15616" y="5661248"/>
            <a:ext cx="7056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wishlist page where users can view and </a:t>
            </a:r>
            <a:r>
              <a:rPr lang="en-US" dirty="0" smtClean="0"/>
              <a:t>manage </a:t>
            </a:r>
            <a:r>
              <a:rPr lang="en-US" dirty="0"/>
              <a:t>their saved products.</a:t>
            </a:r>
          </a:p>
        </p:txBody>
      </p:sp>
    </p:spTree>
    <p:extLst>
      <p:ext uri="{BB962C8B-B14F-4D97-AF65-F5344CB8AC3E}">
        <p14:creationId xmlns:p14="http://schemas.microsoft.com/office/powerpoint/2010/main" xmlns="" val="327468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55575" y="5661248"/>
            <a:ext cx="880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shopping cart page where users can review products, manage items and proceed to checkout.</a:t>
            </a:r>
            <a:endParaRPr lang="en-US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5357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CART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 r="1618"/>
          <a:stretch>
            <a:fillRect/>
          </a:stretch>
        </p:blipFill>
        <p:spPr bwMode="auto">
          <a:xfrm>
            <a:off x="357158" y="1500174"/>
            <a:ext cx="8358246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1401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5357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CHECKOUT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6437" y="5988160"/>
            <a:ext cx="7591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checkout page that guides users through the final steps of placing an order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71604" y="1428736"/>
            <a:ext cx="6010293" cy="4281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85852" y="214311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CHECKOUT ADDRESS </a:t>
            </a:r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786" y="5857892"/>
            <a:ext cx="7591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checkout address page for entering the </a:t>
            </a:r>
            <a:r>
              <a:rPr lang="en-US" dirty="0" smtClean="0"/>
              <a:t>d</a:t>
            </a:r>
            <a:r>
              <a:rPr lang="en-US" dirty="0" smtClean="0"/>
              <a:t>elivery details required to complete an order</a:t>
            </a:r>
            <a:r>
              <a:rPr lang="en-US" sz="1400" dirty="0" smtClean="0"/>
              <a:t>. </a:t>
            </a:r>
            <a:endParaRPr lang="en-US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3108" y="1500174"/>
            <a:ext cx="4572032" cy="4331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CHECKOUT SUMMARY </a:t>
            </a:r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786" y="5857892"/>
            <a:ext cx="7591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final order summary page where users can review their order details before confirmation</a:t>
            </a:r>
            <a:r>
              <a:rPr lang="en-US" sz="1400" dirty="0" smtClean="0"/>
              <a:t>. </a:t>
            </a:r>
            <a:endParaRPr lang="en-US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5984" y="1313360"/>
            <a:ext cx="4000528" cy="4473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ORDER SUCCESS </a:t>
            </a:r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786" y="6131502"/>
            <a:ext cx="7591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confirmation page displayed after successfully placing an order.</a:t>
            </a:r>
            <a:r>
              <a:rPr lang="en-US" sz="1400" dirty="0" smtClean="0"/>
              <a:t> </a:t>
            </a:r>
            <a:endParaRPr lang="en-US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57356" y="1571612"/>
            <a:ext cx="5535001" cy="4376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MY ORDERS</a:t>
            </a:r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6000768"/>
            <a:ext cx="7591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my orders page where users view their placed orders, order status and available order actions.</a:t>
            </a:r>
            <a:r>
              <a:rPr lang="en-US" sz="1400" dirty="0" smtClean="0"/>
              <a:t> </a:t>
            </a:r>
            <a:endParaRPr lang="en-US" sz="1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1714488"/>
            <a:ext cx="878687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ORDER TRACKING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6000768"/>
            <a:ext cx="7591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tracking page that shows the different stages of an order from placement to deliver.</a:t>
            </a:r>
            <a:r>
              <a:rPr lang="en-US" sz="1400" dirty="0" smtClean="0"/>
              <a:t> </a:t>
            </a:r>
            <a:endParaRPr lang="en-US" sz="1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57356" y="1357298"/>
            <a:ext cx="521497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SELL PRODUCT</a:t>
            </a:r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 PAGE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6000768"/>
            <a:ext cx="7591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seller section that provides options for listing selling products on the website design</a:t>
            </a:r>
            <a:endParaRPr lang="en-US" sz="14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43042" y="1343522"/>
            <a:ext cx="5864225" cy="47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CONCLUSION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00100" y="1643050"/>
            <a:ext cx="6572296" cy="36433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357290" y="2214554"/>
            <a:ext cx="5715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Users can browse and search products 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Products can be added and managed in the shopping cart.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/>
              <a:t>Users can view  product details and place orders.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The project demonstrates the practical use of basic web development technologies.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214422"/>
            <a:ext cx="1152128" cy="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642910" y="642918"/>
            <a:ext cx="7215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accent1">
                    <a:lumMod val="50000"/>
                  </a:schemeClr>
                </a:solidFill>
              </a:rPr>
              <a:t>TEAM MEMBERS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14414" y="1928802"/>
            <a:ext cx="2928958" cy="32147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643438" y="1928802"/>
            <a:ext cx="2928958" cy="32147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357290" y="3071810"/>
            <a:ext cx="26432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Arti </a:t>
            </a:r>
          </a:p>
          <a:p>
            <a:r>
              <a:rPr lang="en-US" dirty="0" smtClean="0"/>
              <a:t>   Roll-No:- 240962106008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4876" y="3071810"/>
            <a:ext cx="2857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Manya Rana</a:t>
            </a:r>
          </a:p>
          <a:p>
            <a:r>
              <a:rPr lang="en-US" dirty="0" smtClean="0"/>
              <a:t>   Roll-No:- 240962106028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AutoShape 12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c08d2c33-8a54-4782-a05b-af14578c20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728" y="2285992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14346" y="2071678"/>
            <a:ext cx="935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 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071538" y="2071678"/>
            <a:ext cx="714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tx2">
                    <a:lumMod val="50000"/>
                  </a:schemeClr>
                </a:solidFill>
              </a:rPr>
              <a:t> THANK YOU</a:t>
            </a:r>
          </a:p>
          <a:p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               For Your Kind Attention </a:t>
            </a:r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912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760</Words>
  <Application>Microsoft Office PowerPoint</Application>
  <PresentationFormat>On-screen Show (4:3)</PresentationFormat>
  <Paragraphs>175</Paragraphs>
  <Slides>25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HP</cp:lastModifiedBy>
  <cp:revision>95</cp:revision>
  <dcterms:created xsi:type="dcterms:W3CDTF">2026-09-22T01:52:43Z</dcterms:created>
  <dcterms:modified xsi:type="dcterms:W3CDTF">2026-09-25T06:10:45Z</dcterms:modified>
</cp:coreProperties>
</file>